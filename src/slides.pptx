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6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PAW HAVEN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Modern Pet Adoption &amp; Rescue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Web-based platform for pet adoption and rescue awareness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Connects rescued pets with loving adopters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Supports volunteering and community engagement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Built with React and Vite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Many rescued pets struggle to find safe homes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Limited awareness of rescue initiatives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Need for centralized adoption platforms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Users require an easy adoption experience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Promote responsible pet adoption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Increase visibility for rescued animals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Encourage community participation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Deliver a responsive user experience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Pet adoption listings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Volunteer engagement system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Responsive modern UI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Mock API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Fast frontend performance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React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JavaScript ES6+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Vite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HTML5 &amp; CSS3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JSON Server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Frontend powered by React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Component-based structure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Mock backend using db.json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Responsive design implementation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Authentication system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Donation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Admin dashboard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Cloud deployment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Real-time messaging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4754880"/>
            <a:ext cx="12801600" cy="1828800"/>
          </a:xfrm>
          <a:prstGeom prst="roundRect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5DBEBF"/>
          </a:solidFill>
          <a:ln>
            <a:solidFill>
              <a:srgbClr val="5DB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6073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Technology can improve animal welfare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PAW HAVEN creates adoption opportunities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The project provides scalable foundations</a:t>
            </a:r>
          </a:p>
          <a:p>
            <a:pPr>
              <a:spcAft>
                <a:spcPts val="1200"/>
              </a:spcAft>
              <a:defRPr sz="1800">
                <a:solidFill>
                  <a:srgbClr val="126073"/>
                </a:solidFill>
              </a:defRPr>
            </a:pPr>
            <a:r>
              <a:t>Encourages responsible rescue initiatives</a:t>
            </a:r>
          </a:p>
        </p:txBody>
      </p:sp>
      <p:sp>
        <p:nvSpPr>
          <p:cNvPr id="6" name="Hexagon 5"/>
          <p:cNvSpPr/>
          <p:nvPr/>
        </p:nvSpPr>
        <p:spPr>
          <a:xfrm>
            <a:off x="8138160" y="2011680"/>
            <a:ext cx="1645920" cy="1645920"/>
          </a:xfrm>
          <a:prstGeom prst="hexagon">
            <a:avLst/>
          </a:prstGeom>
          <a:solidFill>
            <a:srgbClr val="F4A261"/>
          </a:solidFill>
          <a:ln w="38100">
            <a:solidFill>
              <a:srgbClr val="126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37490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26073"/>
                </a:solidFill>
              </a:rPr>
              <a:t>PAW HAVEN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6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1031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0175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